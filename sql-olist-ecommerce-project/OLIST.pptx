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96" d="100"/>
          <a:sy n="96" d="100"/>
        </p:scale>
        <p:origin x="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bc240a52-584e-4b32-bd53-d45b396e0732}">
  <we:reference id="WA200003233" version="2.0.0.3" store="en-001" storeType="OMEX"/>
  <we:alternateReferences/>
  <we:properties>
    <we:property name="Microsoft.Office.CampaignId" value="&quot;none&quot;"/>
    <we:property name="reportUrl" value="&quot;/groups/me/reports/ea10bbfd-2b97-481d-924b-4bb5f92608d6/18b24161ca2248989d8b?bookmarkGuid=089282ef-6134-43cc-b792-a22e61539da6&amp;bookmarkUsage=1&amp;ctid=a830f566-8c60-43cf-9f13-939301bec745&amp;fromEntryPoint=export&quot;"/>
    <we:property name="reportState" value="&quot;CONNECTED&quot;"/>
    <we:property name="artifactViewState" value="&quot;live&quot;"/>
    <we:property name="reportEmbeddedTime" value="&quot;2026-09-18T21:47:35.878Z&quot;"/>
    <we:property name="creatorSessionId" value="&quot;ecba84d4-5a58-460e-94d2-807afbd6d952&quot;"/>
    <we:property name="creatorUserId" value="&quot;100320018462C859&quot;"/>
    <we:property name="creatorTenantId" value="&quot;a830f566-8c60-43cf-9f13-939301bec745&quot;"/>
    <we:property name="pageDisplayName" value="&quot;OlistECommerce&quot;"/>
    <we:property name="pageName" value="&quot;18b24161ca2248989d8b&quot;"/>
    <we:property name="reportName" value="&quot;OlistECommerce&quot;"/>
    <we:property name="isVisualContainerHeaderHidden" value="false"/>
    <we:property name="isFiltersActionButtonVisible" value="true"/>
    <we:property name="initialStateBookmark" value="&quot;H4sIAAAAAAAAA+1aW2/bNhT+K4aAvXkDqTv7lqYpNqxpujrIMAyBwcuRo1aWPIpO4wX+7zuU5FtsR4nrONkyPzgyrx/P+c7hRyq3jkrLUcYnH/kQnDfO26L4OuT6a4c6XSdvys7Ofj09+vxr/+PR6QkWFyOTFnnpvLl1DNcDMBdpOeaZHQEL/7zsOiMNJehr+Ajf6jr8TkWapWbivDF6DF2HZ9knPrAdEp6VWDACXRY5z9K/oe5T1k2nXQduRlmhuZ21Z7gBO/M1NsffCI/+5CEoLk16DT2QpimNhevTkEruun7MYqZigc3KukEFfmMTO3Q1/XGRG57mOI0tI0R6kfJCjzBwY6mIlJEtL9N8kDWAF33PJyNruHSIK7QGE19wWjvOdIrLoYkrlfS9WHoBi2noBWFg+yZpZprpxOTkZqTRmLczJ8SR5AlToMJA8YiAyyHCoU090zFaZVDoVCKKbjOQHediZiW367zXxbAasXH1AFue5KbyiTMoMtXRMCq06ctxaYoh6L5OhtimXgyZol9/vwIN1RhoHZXWpsYBC2P/WMhQlk3hL/lqWdn0y8bDfL11rxhrCZ8hWfyoIFp7fdIFkqOCeTyD1oPBEHKD9Qjrgmfjino4wYcUl177oirGTvk4y2zDy6n9XNaEWpr7QZjaLdUOtetcFd+ONaCzlLVo93bmvyN1zXOJpXexnQIvxxoeCq7I0tJ0ZrDKu5jOC8OzzvFK9Soka517Oa2KfGyOr7g2q8TGH1qBfjup3Pwu1bNIROadHHRJlhF1NsBmX5bivQmSycOJuA+nX1Yx70aejEGCT1QYeTT2uQetMe8JYFGchAGhivvMc4kvFzG/X85U3utj8AzXTHx0Peic2epOHVEbidxAjjiPXeBE+n7IQHImlb9/yJU7VDrs16g1XKfwrezLDHi+Cf3nqkGnJwt9P3wRCt9NkoiEQkmlfOYG8VNZ/DuidAEYN5KAebgrKCZ4GLBICvKkFNmC9mxRtw2qx5XnMkYIj3zCSeBGMnwGNtd4kRGQb+RyawaUXKum6pAZ8BFLsjkHU04iXZ4EEfUhcqkMg8iPtqecNjf8nOK2quXV5ANOk61Dn9evV82QXnCd1iKu2d93JF+jX+bDOSvGqO00wpGueAl9k6IqNXw4qrouoXTeocc7iwJb3azN+QO43oUavLFeL0sl6A0kcTCgB9XKS8hm/EDrj2r8KVSNSoNKzvSqmXpVO1sKlas2KpxKQjuNvNlORHqXiK/RqbWFAhLFgLqbMRnEVFFJPH/34NhBTDxw96or++X2neuAqf4s//EcLd95BxmqKz3p/LBT/sxwZ8NzhKqtdngt+YjFPZmW3M39tZYMYiFjL2KEeZSQSEYe561aMkCCA0QKBO4HIQhGOSx23/Ni9PHBB8dyLP4ao4Wcu97ozSrw+bfZw30jFctH0LuqaOXkOUuDjz5CFndNOpfvZXWVsEg9SQqZcuxkZ3tl33Yom88u6AtM1aRydW0B18b5o0225bC+j3N5q1GrdXCRwfYx5izay6m8RVKv4fsvHMXnifQt16/uRP5Yh9epk2Ha9ELfDTwF+BGSELd121+9XPt+ljZihk/sDcEa8qa8X02+E1GPBgMNAz4L+JMDAb6eXw68H+cN1ciz3DC9LAM8HfsfRaQmAARlvpswTmIVslAJHsjqyHGfRwzcGFHcrN9kM5X4AiDgwvPiIFCh77NWJUIC3+Mx9lEqDgiNwOdL9wD/32T/G2+yv/9kXPFJxHHgKiAqDN0wpshSpdqVrQeeIImgwCijQkaxlC9R2eIZX40lmroJ+77F3zea52U2O/LOGLqk9+j6SMtXQU+kkjeCPahYpu23XDto5cc44cAaeovJn0lKtxvqgfBXUwVdEjD71lX7gdwHTGNpeXXo25Ynuq1OxnkOL/im+qm00d7JUOsnGSgpYhlS4gk/ConPhWjfoVxKaaxERAjxCJExY2Sb4nnFt+6nRW62hF1jSJQGYeyHyiUBdQX1GOXiBb5CeoY80YDpfEjzndJEhv16hsuv82vZYiiKjaew9nh9laytNfl089ueYmzKEZfwieew4YUPcoPnClTz3Pqap2udlzaa4J4O9v+n5q+FptN/AMmY2G/tJQAA&quot;"/>
    <we:property name="bookmark" value="&quot;H4sIAAAAAAAAA+1ZbW/bNhD+K4aAffMGUu/stzZNsQFt09VBhmEIDL6cHLWy5FFUGjfwf99RkmM7tqPEdZxsmT8kNkmRD++eOz5HXTsqLScZn37kY3BeOW+K4uuY66896vSdvGmjCeWhix8FhHrUD0MRYm8xMWmRl86ra8dwPQJzlpYVz+xE2PjXed+ZaChBX8JH+Nb04d9UpFlqps4royvoOzzLPvGRfSDhWYkNE9BlkfMs/Q7NM2UzdNZ34GqSFZrbVQeGG7ArX+Jw/G1R/uIhKC5NegkDkKZtjYXr05BK7rp+zGKmYoHDymZADX7jEDt1vfxRkRue5riMbSNEepHyQo8wcGOpiJSRbS/TfJS1gBfPnk4n1n7pGHdoDSa+4LJ2ntkMt0MTVyrpe7H0AhbT0AvCwD6bpJlplxPT46uJRmNez30RR5InTIEKA8UjAi6HCKc2zUpHaJVRoVOJKPrtRHaes7mV3L7zThfjesbW4yMceZyb2ifOqMhUT8Ok0GYoq9IUY9BDnYxxTLMZMkO//nEBGuo50DoqbUyNExbG/rOQoSzbxt/y1bayfS6rxvn66EFRaQmfIVn8qCFae33SBZKjhnk0hzaA0Rhyg/0I64xnVU09XOB9iltvfFE340N5lWV24PnMfs4bQi2tfS9M3Zbqhtp3LopvRxrQWcpatH89999rdclzia23sX0AXlYa7guuyNLS9OawytuYTgvDs97RSvcqJGudOzmtirwyRxdcm1Vi4w+tQL+Z1m5+m+p5JCLzjg+6JcuIJhvgsC9L8d4GyfT+RNyH08/rmHcjT8YgwScqjDwa+9yDzpj3BLAoTsKAUMV95rnEl4uY3y9nau8NMXjGayZ+fTnqndjuXhNRG4ncQo44j13gRPp+yEByJpW/f8i1O1Q6HjaoNVym8K0cygx4vgn953pAbyALfTd8EQrfTZKIhEJJpXzmBvFjWfwHonQBGA+SgHl4KigmeBiwSAryqBTZgvZk0bcNqseV5zJGCI98wkngRjJ8AjY3eJERkG/kcmcGlFyrtuuQGfABW7I5B1NOIl2eBBH1IXKpDIPIj7annC43/JrisarlxfQ9LpOtQ7/pX++aIz3jOm1EXHu+70i+Vr/cTOesGKOx0wRnuuAlDE2KqtTw8aR+dAml8xY93ls02O52b86fwPUu1OCt9QZZKkFvIImDAT2qd15CNucHWn/S4E+hHlQaVHJmUK80qMfZVqhdtVHh1BLaaeXNdiLS20R8iU5tLBSQKAbU3YzJIKaKSuL5uwfHDmLinqdX0zkst59cB0z1J/nPp2j53lvIUF3pae+nnfJnhicb1hGqsdrhteQDNvdoWnI39zdaMoiFjL2IEeZRQiIZeZx3askACQ4QKRB4HoQgGOWwOH1Pi8nHexeOZSX+rtBCzm1vDOYd+P33+Ze7ZiqWS9Dbqmil8pynwQeXkMVtk97I97K+SlikniSFTDl2sZO9sm87lM21C/oCUzWpXd1YwLVx/mCTbSnW91GXdxq13gcXGWyf44ZFe6nKOyT1Gr7/Qil+k0jfcP3iKvKHOrxJnQzTphf6buApwI+QhLidx/7q5dqPs7QVM3xqbwjWkLftw3rxnYj6ejTSMOLzgD8+EODLm8uBd1XeUo08yQ3T8zLA47H/QURqA0BQ5rsJ4yRWIQuV4IGsS467PGLgyojiav0mm6nEFwABF54XB4EKfZ91KhES+B6P8Rml4oDQCHy+dA/w/032v/Em+8cr45pPIo4D+7JJhaEbxhRZqlS3svXAEyQRFBhlVMgolvI5Klus8VUl0dRt2A8t/qHRPC+zeck7Z+iS3qPrMy1fBT2SSt4I9qBimXbfcu2glR/ihANr6C0mfyIp3W2oe8JfTRV0ScDsW1ftB/IQMI2l5cWhb1se6bY6qfIcnvFN9WNpo72TodFPMlBSxDKkxBN+FBKfC9F9QrmU0liJiBDiESJjxsg2xfOCb90/FLnZEnatIVEahLEfKpcE1BXUY5SLZ/gK6QnyRAum9z7Nd0oTGT43MFx+vbmWLcai2FiFdcfri2Rto8lnm9/2FJUpJ1zCJ57Dhhc+yA2eK1Dt9/u95pnN/gEr3EzvxCUAAA==&quot;"/>
    <we:property name="datasetId" value="&quot;7ac187af-f76b-44b6-a534-97a56f257057&quot;"/>
    <we:property name="embedUrl" value="&quot;/reportEmbed?reportId=ea10bbfd-2b97-481d-924b-4bb5f92608d6&amp;config=eyJjbHVzdGVyVXJsIjoiaHR0cHM6Ly9XQUJJLVdFU1QtRVVST1BFLXJlZGlyZWN0LmFuYWx5c2lzLndpbmRvd3MubmV0IiwiZW1iZWRGZWF0dXJlcyI6eyJ1c2FnZU1ldHJpY3NWTmV4dCI6dHJ1ZX19&amp;disableSensitivityBanner=true&amp;storytellingChangeViewModeShortcutKeys=true&quot;"/>
    <we:property name="backgroundColor" value="&quot;#F9F7F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DDSSAA COURSE</cp:lastModifiedBy>
  <cp:revision>3</cp:revision>
  <dcterms:created xsi:type="dcterms:W3CDTF">2018-06-07T21:39:02Z</dcterms:created>
  <dcterms:modified xsi:type="dcterms:W3CDTF">2026-09-18T21:50:32Z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